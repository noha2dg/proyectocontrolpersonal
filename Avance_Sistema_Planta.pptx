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7280"/>
                </a:solidFill>
                <a:latin typeface="Calibri"/>
              </a:defRPr>
            </a:pPr>
            <a:r>
              <a:rPr lang="es-GT" sz="1300" b="0" i="0" u="none" strike="noStrike">
                <a:solidFill>
                  <a:srgbClr val="5B7280"/>
                </a:solidFill>
                <a:latin typeface="Calibri"/>
              </a:rPr>
              <a:t>Costo anual comparado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anual (USD)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C5-477A-B6B5-34E63350E84A}"/>
              </c:ext>
            </c:extLst>
          </c:dPt>
          <c:dPt>
            <c:idx val="1"/>
            <c:invertIfNegative val="0"/>
            <c:bubble3D val="0"/>
            <c:spPr>
              <a:solidFill>
                <a:srgbClr val="1E8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C5-477A-B6B5-34E63350E84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6323C"/>
                    </a:solidFill>
                    <a:latin typeface="Calibri"/>
                  </a:defRPr>
                </a:pPr>
                <a:endParaRPr lang="es-G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Sodisa</c:v>
                </c:pt>
                <c:pt idx="1">
                  <c:v>Sistema propio (est.)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46800</c:v>
                </c:pt>
                <c:pt idx="1">
                  <c:v>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C5-477A-B6B5-34E63350E8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32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7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51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mensaje central: ya tenemos un sistema propio en operacion que cubre areas de la planta, y es la alternativa real a Sodisa. Hoy mostramos el avance, el costo/beneficio y la vision de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el numero: $42,900 ya pagados (11 x $3,900) y sin un sistema en produccion que lo respalde. A 12 meses seria $46,800. El punto no es atacar, es que el gasto no se traduce en operacion.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grafica lo dice sola: la barra de Sodisa contra una casi invisible del sistema propio. Aclarar que el costo de servidor es estimado y se ajusta con la factura real, pero el orden de magnitud no cambia: ~99%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decision: consolidar lo propio y planificar el retiro de Sodisa. Los cuatro pasos son concretos y de bajo riesgo. Pedir el ok para fijar fecha de corte de Sodisa y recursos para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E5C7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291840"/>
            <a:ext cx="3108960" cy="3108960"/>
          </a:xfrm>
          <a:prstGeom prst="ellipse">
            <a:avLst/>
          </a:prstGeom>
          <a:solidFill>
            <a:srgbClr val="2AA19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4754880"/>
            <a:ext cx="1463040" cy="1463040"/>
          </a:xfrm>
          <a:prstGeom prst="ellipse">
            <a:avLst/>
          </a:prstGeom>
          <a:solidFill>
            <a:srgbClr val="E9B44C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EJECUTIVA  ·  JULIO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Gestion de Planta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del proyecto y ruta hacia un ERP propio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3291840" cy="0"/>
          </a:xfrm>
          <a:prstGeom prst="line">
            <a:avLst/>
          </a:prstGeom>
          <a:noFill/>
          <a:ln w="31750">
            <a:solidFill>
              <a:srgbClr val="E9B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en casa, en operacion real.  </a:t>
            </a:r>
            <a:r>
              <a:rPr lang="en-US" sz="16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 Sodisa.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Oropsa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en una lamina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ya cuenta con un sistema propio, en operacion, que cubre areas clave de la planta (RRHH, control de asistencia, produccion/destajo y catalogos). Se desarrollo internamente y corre a una fraccion minima del costo de Sodisa, que tras 11 meses y $42,900 pagados aun no cumple lo prometido.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$42,900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pagado a Sodisa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meses x $3,900)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propios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operacion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64224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mensual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Sodisa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97696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80576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externa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vision ERP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Recomendacion: consolidar el sistema propio y planificar el retiro de Sodisa.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Sodisa: 11 meses, sin cumplir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0" cy="3977640"/>
          </a:xfrm>
          <a:prstGeom prst="roundRect">
            <a:avLst>
              <a:gd name="adj" fmla="val 2299"/>
            </a:avLst>
          </a:prstGeom>
          <a:solidFill>
            <a:srgbClr val="0B2A45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YA REALIZADA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$42,900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 / mes  x  11 meses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840480"/>
            <a:ext cx="3749040" cy="0"/>
          </a:xfrm>
          <a:prstGeom prst="line">
            <a:avLst/>
          </a:prstGeom>
          <a:noFill/>
          <a:ln w="12700">
            <a:solidFill>
              <a:srgbClr val="355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$46,800</a:t>
            </a:r>
            <a:r>
              <a:rPr lang="en-US" sz="15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costo proyectado a 12 meses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sistema en produccion que respalde ese gasto.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737360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50992" y="200253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65099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186537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 como se prometio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1762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casi un ano, la operacion sigue sin apoyarse en la herramienta.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0680" y="2724912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0992" y="299008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650992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85292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elevado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316382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 mensuales continuos, independientemente del avance real.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3712464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50992" y="39776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650992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72200" y="3840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 tercero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41513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tiempos y prioridades fuera del control de Oropsa.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40680" y="4700016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50992" y="496519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650992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72200" y="48280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cobertura completa de areas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51389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RRHH, destajo y catalogos como ya lo hace el sistema propio.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propio, ya en operacion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web moderna, desarrollada internamente con asistencia de IA (Claude Code), que hoy da servicio a operaciones reales de la planta. Los datos y el codigo son propiedad de Oropsa.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94360" cy="594360"/>
          </a:xfrm>
          <a:prstGeom prst="ellipse">
            <a:avLst/>
          </a:prstGeom>
          <a:solidFill>
            <a:srgbClr val="0E5C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produccion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prototipo: se usa a diario en RRHH y produccion.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64992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5603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Multi-modulo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1024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modulos cubriendo varias areas bajo un mismo sistema.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1344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2560320"/>
            <a:ext cx="594360" cy="59436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 por rol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roles y permisos granulares por modulo y accion.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97696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2560320"/>
            <a:ext cx="594360" cy="5943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53728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minimo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53728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bajo costo; sin licencias por usuario.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lo construido:  </a:t>
            </a: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servicios de API REST  ·  ~21 pantallas  ·  ~8,800 lineas de codigo propio.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cubiertas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0E5C7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2697480" cy="320040"/>
          </a:xfrm>
          <a:prstGeom prst="rect">
            <a:avLst/>
          </a:prstGeom>
          <a:solidFill>
            <a:srgbClr val="0E5C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Humanos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Empleados: altas, bajas, reactivacion, fotos y DPI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entradas / salidas (kiosco)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laborales y tipos de permiso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uniformes por empleado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1920240"/>
            <a:ext cx="26974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Produccion / Destajo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21024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y recepcion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Pesaje por persona (destajo)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Lotes, termos y reportes de produccion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 y transferencias entre areas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2AA19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1920240"/>
            <a:ext cx="2697480" cy="32004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 / Catalogos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37376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subclientes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produccion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Presentaciones, tallas y empaques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Fincas y piscinas / ciclos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E9B4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997696" y="1920240"/>
            <a:ext cx="2697480" cy="32004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53728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permisos granulares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(login) y roles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areas de planta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reportes y tableros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area se apoya en un unico sistema, con datos centralizados de Oropsa.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Servidores y tecnologia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812352"/>
              </p:ext>
            </p:extLst>
          </p:nvPr>
        </p:nvGraphicFramePr>
        <p:xfrm>
          <a:off x="548640" y="1463040"/>
          <a:ext cx="7315200" cy="2148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 (est.)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MySQL propio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de planta (kronos.esteromar.app)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existente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/ 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y conectividad (esteromar.app)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operar todo el sistema propio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$35 / 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Cifras de servidor estimadas. Ajustar con la factura real de Railway/servidor. El desarrollo se realiza en casa con IA (Claude Code), sin costo de licencia por usuario.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183880" y="1463040"/>
            <a:ext cx="3456432" cy="4160520"/>
          </a:xfrm>
          <a:prstGeom prst="roundRect">
            <a:avLst>
              <a:gd name="adj" fmla="val 2381"/>
            </a:avLst>
          </a:prstGeom>
          <a:solidFill>
            <a:srgbClr val="0B2A45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4" name="Text 4"/>
          <p:cNvSpPr/>
          <p:nvPr/>
        </p:nvSpPr>
        <p:spPr>
          <a:xfrm>
            <a:off x="84582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58200" y="2386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5820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58200" y="3072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58200" y="3758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Prisma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45820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58200" y="4443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 y permisos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58200" y="5129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abierta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/ BENEFICIO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Sodisa vs. sistema propio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78040" y="20116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764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Sodisa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20208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$46,800 / ano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 x 12 meses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03720" y="29718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78040" y="3383280"/>
            <a:ext cx="411480" cy="4114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136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3924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~$420 / ano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 x 12 meses (est.)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43434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78040" y="4754880"/>
            <a:ext cx="411480" cy="411480"/>
          </a:xfrm>
          <a:prstGeom prst="ellipse">
            <a:avLst/>
          </a:prstGeom>
          <a:solidFill>
            <a:srgbClr val="0E5C7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4507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anual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0" y="4764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~$46,380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772400" y="5257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 de ~99%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sistema de planta a ERP propio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cubrir todas las areas bajo un unico sistema y sumar una capa de integracion que permita conectar con cualquier sistema externo (SAP, contabilidad, basculas, etc.).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2514600"/>
            <a:ext cx="3044952" cy="1371600"/>
          </a:xfrm>
          <a:prstGeom prst="roundRect">
            <a:avLst>
              <a:gd name="adj" fmla="val 6667"/>
            </a:avLst>
          </a:prstGeom>
          <a:solidFill>
            <a:srgbClr val="2AA198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26517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Oropsa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312724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codigo propios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3317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776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0" y="23317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3317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/ Bodega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3977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39776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/ Finanzas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78892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443484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16952" y="278892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16952" y="443484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5074920"/>
            <a:ext cx="5971032" cy="1051560"/>
          </a:xfrm>
          <a:prstGeom prst="roundRect">
            <a:avLst>
              <a:gd name="adj" fmla="val 6957"/>
            </a:avLst>
          </a:prstGeom>
          <a:solidFill>
            <a:srgbClr val="E9B44C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08960" y="5120640"/>
            <a:ext cx="5971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integracion (API REST)
</a:t>
            </a:r>
            <a:r>
              <a:rPr lang="en-US" sz="1250" dirty="0">
                <a:solidFill>
                  <a:srgbClr val="4A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SAP y otros sistemas externos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89904" y="3886200"/>
            <a:ext cx="0" cy="118872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llegamos al ERP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566928" cy="56692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OPERACION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y control de asistencia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Destajo y produccion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Catalogos y pedidos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y permisos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25112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25112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21024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de producto terminado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Congelacion y masterizado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Remisiones y kardex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gerenciales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1783080"/>
            <a:ext cx="566928" cy="566928"/>
          </a:xfrm>
          <a:prstGeom prst="ellipse">
            <a:avLst/>
          </a:prstGeom>
          <a:solidFill>
            <a:srgbClr val="0E5C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41464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41464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37376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 y costos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financiero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ejecutivo (BI)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area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7696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728" y="1783080"/>
            <a:ext cx="566928" cy="56692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7" name="Text 25"/>
          <p:cNvSpPr/>
          <p:nvPr/>
        </p:nvSpPr>
        <p:spPr>
          <a:xfrm>
            <a:off x="92537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57816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957816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53728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2016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integral consolidado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integracion (API)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con SAP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023360"/>
            <a:ext cx="4572000" cy="4572000"/>
          </a:xfrm>
          <a:prstGeom prst="ellipse">
            <a:avLst/>
          </a:prstGeom>
          <a:solidFill>
            <a:srgbClr val="0E5C7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2AA19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lo propio, retirar Sodisa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9864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7157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el ahorro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31181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 factura real de Sodisa contra el costo del sistema propio.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89864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27157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salida de Sodisa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69480" y="31181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fecha de corte y evitar seguir acumulando $3,900/mes.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97764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436168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178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Completar Fase 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45811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bodega de PT y reportes gerenciales para cobertura total.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97764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436168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4178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Habilitar integracion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69480" y="45811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capa de API para conectar con SAP a futuro.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propio, en operacion, a ~1% del costo mensual de Sodisa  —  </a:t>
            </a:r>
            <a:r>
              <a:rPr lang="en-US" sz="15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futuro de ERP.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1160</Words>
  <Application>Microsoft Office PowerPoint</Application>
  <PresentationFormat>Panorámica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del Sistema de Gestion - Estero Mar</dc:title>
  <dc:subject>PptxGenJS Presentation</dc:subject>
  <dc:creator>Estero Mar - Sistemas</dc:creator>
  <cp:lastModifiedBy>Oropsa</cp:lastModifiedBy>
  <cp:revision>3</cp:revision>
  <dcterms:created xsi:type="dcterms:W3CDTF">2026-07-02T04:48:29Z</dcterms:created>
  <dcterms:modified xsi:type="dcterms:W3CDTF">2026-07-02T17:36:51Z</dcterms:modified>
</cp:coreProperties>
</file>